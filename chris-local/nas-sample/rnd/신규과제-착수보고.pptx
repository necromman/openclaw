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7B6F075-AF3D-4ACB-81B9-A8545EA9BB0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4A108CD-FAEE-4D6D-85A9-9DB3CB1DBAD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A3877ACC-05A1-4B10-8B1E-B4676BF8F124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 txBox="1"/>
          <p:nvPr/>
        </p:nvSpPr>
        <p:spPr>
          <a:xfrm>
            <a:off x="720000" y="1080000"/>
            <a:ext cx="792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zh-CN" sz="3200" spc="-1" strike="noStrike">
                <a:solidFill>
                  <a:srgbClr val="000000"/>
                </a:solidFill>
                <a:latin typeface="Arial"/>
              </a:rPr>
              <a:t>신규 과제 착수 보고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"/>
          <p:cNvSpPr txBox="1"/>
          <p:nvPr/>
        </p:nvSpPr>
        <p:spPr>
          <a:xfrm>
            <a:off x="720000" y="2520000"/>
            <a:ext cx="7920000" cy="144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연구개발부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/ 2026</a:t>
            </a: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년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9</a:t>
            </a: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월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발표자 김연구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 txBox="1"/>
          <p:nvPr/>
        </p:nvSpPr>
        <p:spPr>
          <a:xfrm>
            <a:off x="720000" y="720000"/>
            <a:ext cx="792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zh-CN" sz="3200" spc="-1" strike="noStrike">
                <a:solidFill>
                  <a:srgbClr val="000000"/>
                </a:solidFill>
                <a:latin typeface="Arial"/>
              </a:rPr>
              <a:t>추진 일정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720000" y="1800000"/>
            <a:ext cx="7920000" cy="28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1</a:t>
            </a: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단계 예비 실험은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10</a:t>
            </a: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월 둘째 주까지 마친다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2</a:t>
            </a: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단계 공정 검증은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11</a:t>
            </a: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월 한 달 동안 진행한다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최종 보고는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12</a:t>
            </a: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월 셋째 주 부서 회의에서 한다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